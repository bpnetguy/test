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Roku Dashboard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Overview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0" y="3657600"/>
            <a:ext cx="1371600" cy="1371600"/>
          </a:xfrm>
          <a:prstGeom prst="ellipse">
            <a:avLst/>
          </a:prstGeom>
          <a:solidFill>
            <a:srgbClr val="E600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914400" cy="91440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389120"/>
            <a:ext cx="914400" cy="91440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4261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3344091"/>
            <a:ext cx="914400" cy="91440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3216075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717074"/>
            <a:ext cx="914400" cy="91440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258905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2090057"/>
            <a:ext cx="914400" cy="91440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1962041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1463040"/>
            <a:ext cx="914400" cy="91440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" y="133502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95400" y="2633472"/>
            <a:ext cx="822960" cy="1755648"/>
          </a:xfrm>
          <a:prstGeom prst="roundRect">
            <a:avLst>
              <a:gd name="adj" fmla="val 8889"/>
            </a:avLst>
          </a:prstGeom>
          <a:solidFill>
            <a:srgbClr val="E6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23591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5400" y="4526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2382665"/>
            <a:ext cx="822960" cy="2006455"/>
          </a:xfrm>
          <a:prstGeom prst="roundRect">
            <a:avLst>
              <a:gd name="adj" fmla="val 8889"/>
            </a:avLst>
          </a:prstGeom>
          <a:solidFill>
            <a:srgbClr val="E6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2108345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4526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33800" y="2257262"/>
            <a:ext cx="822960" cy="2131858"/>
          </a:xfrm>
          <a:prstGeom prst="roundRect">
            <a:avLst>
              <a:gd name="adj" fmla="val 8889"/>
            </a:avLst>
          </a:prstGeom>
          <a:solidFill>
            <a:srgbClr val="E6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733800" y="198294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33800" y="4526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53000" y="2090057"/>
            <a:ext cx="822960" cy="2299063"/>
          </a:xfrm>
          <a:prstGeom prst="roundRect">
            <a:avLst>
              <a:gd name="adj" fmla="val 8889"/>
            </a:avLst>
          </a:prstGeom>
          <a:solidFill>
            <a:srgbClr val="E6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953000" y="1815737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53000" y="4526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1881051"/>
            <a:ext cx="822960" cy="2508069"/>
          </a:xfrm>
          <a:prstGeom prst="roundRect">
            <a:avLst>
              <a:gd name="adj" fmla="val 8889"/>
            </a:avLst>
          </a:prstGeom>
          <a:solidFill>
            <a:srgbClr val="E6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1606731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4526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91400" y="1588443"/>
            <a:ext cx="822960" cy="2800677"/>
          </a:xfrm>
          <a:prstGeom prst="roundRect">
            <a:avLst>
              <a:gd name="adj" fmla="val 8889"/>
            </a:avLst>
          </a:prstGeom>
          <a:solidFill>
            <a:srgbClr val="E6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391400" y="1314123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91400" y="45262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480560"/>
            <a:ext cx="1005840" cy="10058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4" name="Text 32"/>
          <p:cNvSpPr/>
          <p:nvPr/>
        </p:nvSpPr>
        <p:spPr>
          <a:xfrm>
            <a:off x="1874520" y="48463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74520" y="50566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2.4M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069080" y="4480560"/>
            <a:ext cx="1005840" cy="10058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37" name="Text 35"/>
          <p:cNvSpPr/>
          <p:nvPr/>
        </p:nvSpPr>
        <p:spPr>
          <a:xfrm>
            <a:off x="4069080" y="48463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69080" y="50566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18.7M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63640" y="4480560"/>
            <a:ext cx="1005840" cy="1005840"/>
          </a:xfrm>
          <a:prstGeom prst="ellipse">
            <a:avLst/>
          </a:prstGeom>
          <a:solidFill>
            <a:srgbClr val="4A4E69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48463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50566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60320" cy="2011680"/>
          </a:xfrm>
          <a:prstGeom prst="roundRect">
            <a:avLst>
              <a:gd name="adj" fmla="val 9091"/>
            </a:avLst>
          </a:prstGeom>
          <a:solidFill>
            <a:srgbClr val="4A4E6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MAU up 59% YoY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Retention at 87%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markets expanding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280160"/>
            <a:ext cx="2560320" cy="2011680"/>
          </a:xfrm>
          <a:prstGeom prst="roundRect">
            <a:avLst>
              <a:gd name="adj" fmla="val 9091"/>
            </a:avLst>
          </a:prstGeom>
          <a:solidFill>
            <a:srgbClr val="4A4E69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1417320"/>
            <a:ext cx="457200" cy="457200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Avg session 24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 hours 6-9PM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Cross-device usage high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1280160"/>
            <a:ext cx="2560320" cy="2011680"/>
          </a:xfrm>
          <a:prstGeom prst="roundRect">
            <a:avLst>
              <a:gd name="adj" fmla="val 9091"/>
            </a:avLst>
          </a:prstGeom>
          <a:solidFill>
            <a:srgbClr val="4A4E69"/>
          </a:solidFill>
          <a:ln/>
        </p:spPr>
      </p:sp>
      <p:sp>
        <p:nvSpPr>
          <p:cNvPr id="19" name="Shape 17"/>
          <p:cNvSpPr/>
          <p:nvPr/>
        </p:nvSpPr>
        <p:spPr>
          <a:xfrm>
            <a:off x="6766560" y="1417320"/>
            <a:ext cx="457200" cy="457200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Q3 target: 75M MAU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streaming launch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tier beta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E6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→ Q3 Planning Session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6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2026-08-27T03:47:08Z</dcterms:created>
  <dcterms:modified xsi:type="dcterms:W3CDTF">2026-08-27T03:47:08Z</dcterms:modified>
</cp:coreProperties>
</file>